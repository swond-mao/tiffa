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4" r:id="rId3"/>
  </p:sldMasterIdLst>
  <p:notesMasterIdLst>
    <p:notesMasterId r:id="rId6"/>
  </p:notesMasterIdLst>
  <p:handoutMasterIdLst>
    <p:handoutMasterId r:id="rId10"/>
  </p:handoutMasterIdLst>
  <p:sldIdLst/>
  <p:sldSz cx="9144000" cy="5143500"/>
  <p:notesSz cx="5143500" cy="9144000"/>
  <p:custDataLst>
    <p:tags r:id="rId15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 力" initials="刘" lastIdx="0" clrIdx="0"/>
  <p:cmAuthor id="2" name="作者" initials="A" lastIdx="0" clrIdx="1"/>
  <p:cmAuthor id="3" name="jianbo fu" initials="jf" lastIdx="0" clrIdx="2"/>
  <p:cmAuthor id="4" name="1206988966@qq.com" initials="1" lastIdx="0" clrIdx="3"/>
  <p:cmAuthor id="5" name="Wangzhi gang" initials="Wg" lastIdx="0" clrIdx="4"/>
  <p:cmAuthor id="6" name="姜伟光" initials="姜" lastIdx="0" clrIdx="5"/>
  <p:cmAuthor id="7" name="Administrator" initials="A" lastIdx="0" clrIdx="6"/>
  <p:cmAuthor id="8" name="宋洁然" initials="宋" lastIdx="0" clrIdx="7"/>
  <p:cmAuthor id="9" name="ming qiu" initials="m" lastIdx="0" clrIdx="8"/>
  <p:cmAuthor id="10" name="xianjun song" initials="xs" lastIdx="0" clrIdx="9"/>
  <p:cmAuthor id="11" name="WPS" initials="W" lastIdx="0" clrIdx="10"/>
  <p:cmAuthor id="12" name="Mia Vida Villanueva" initials="MVV" lastIdx="0" clrIdx="11"/>
  <p:cmAuthor id="13" name="杨一兰" initials="u" lastIdx="0" clrIdx="12"/>
  <p:cmAuthor id="14" name="Microsoft Office User" initials="MOU" lastIdx="0" clrIdx="13"/>
  <p:cmAuthor id="15" name="MI" initials="M" lastIdx="0" clrIdx="14"/>
  <p:cmAuthor id="16" name="Yanjun (Jacky, Solution P&amp;D)" initials="Y" lastIdx="0" clrIdx="15"/>
  <p:cmAuthor id="17" name="XY" initials="X" lastIdx="0" clrIdx="16"/>
  <p:cmAuthor id="18" name="liyun liyun" initials="ll" lastIdx="0" clrIdx="17"/>
  <p:cmAuthor id="19" name="DELL" initials="D" lastIdx="0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Relationship Id="rId15" Type="http://schemas.openxmlformats.org/officeDocument/2006/relationships/tags" Target="tags/tag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image" Target="../media/image1.png"/><Relationship Id="rId4" Type="http://schemas.openxmlformats.org/officeDocument/2006/relationships/tags" Target="../tags/tag2.xml"/><Relationship Id="rId5" Type="http://schemas.openxmlformats.org/officeDocument/2006/relationships/image" Target="../media/image2.png"/><Relationship Id="rId6" Type="http://schemas.openxmlformats.org/officeDocument/2006/relationships/tags" Target="../tags/tag3.xml"/><Relationship Id="rId7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3" Type="http://schemas.openxmlformats.org/officeDocument/2006/relationships/image" Target="../media/image1.png"/><Relationship Id="rId4" Type="http://schemas.openxmlformats.org/officeDocument/2006/relationships/tags" Target="../tags/tag9.xml"/><Relationship Id="rId5" Type="http://schemas.openxmlformats.org/officeDocument/2006/relationships/image" Target="../media/image2.png"/><Relationship Id="rId6" Type="http://schemas.openxmlformats.org/officeDocument/2006/relationships/tags" Target="../tags/tag10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23656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5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" name="图片 5" descr="未标题-1-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0" y="3412348"/>
            <a:ext cx="9144004" cy="165973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6" descr="未标题-1-0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rcRect t="33486" b="24370"/>
          <a:stretch>
            <a:fillRect/>
          </a:stretch>
        </p:blipFill>
        <p:spPr>
          <a:xfrm>
            <a:off x="0" y="4146727"/>
            <a:ext cx="9144000" cy="9967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7"/>
          <p:cNvSpPr txBox="1"/>
          <p:nvPr userDrawn="1">
            <p:custDataLst>
              <p:tags r:id="rId6"/>
            </p:custDataLst>
          </p:nvPr>
        </p:nvSpPr>
        <p:spPr>
          <a:xfrm>
            <a:off x="7143768" y="4688548"/>
            <a:ext cx="2000231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仁心赤诚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守护健康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01" name="页标题"/>
          <p:cNvSpPr>
            <a:spLocks noGrp="1"/>
          </p:cNvSpPr>
          <p:nvPr>
            <p:ph type="title" idx="0"/>
          </p:nvPr>
        </p:nvSpPr>
        <p:spPr>
          <a:xfrm>
            <a:off x="868680" y="233172"/>
            <a:ext cx="5029200" cy="32918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600" b="1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1600" b="1">
                <a:solidFill>
                  <a:srgbClr val="1A2230"/>
                </a:solidFill>
                <a:latin typeface="微软雅黑"/>
                <a:ea typeface="微软雅黑"/>
              </a:rPr>
              <a:t>页标题</a:t>
            </a:r>
          </a:p>
        </p:txBody>
      </p:sp>
      <p:sp>
        <p:nvSpPr>
          <p:cNvPr id="5002" name="版芯"/>
          <p:cNvSpPr>
            <a:spLocks noGrp="1"/>
          </p:cNvSpPr>
          <p:nvPr>
            <p:ph type="body" idx="1"/>
          </p:nvPr>
        </p:nvSpPr>
        <p:spPr>
          <a:xfrm>
            <a:off x="548640" y="777240"/>
            <a:ext cx="8046720" cy="3291840"/>
          </a:xfrm>
          <a:prstGeom prst="rect">
            <a:avLst/>
          </a:prstGeom>
        </p:spPr>
        <p:txBody>
          <a:bodyPr wrap="square" anchor="t"/>
          <a:lstStyle/>
          <a:p>
            <a:pPr algn="l">
              <a:defRPr sz="1400">
                <a:solidFill>
                  <a:srgbClr val="4A5568"/>
                </a:solidFill>
                <a:latin typeface="微软雅黑"/>
                <a:ea typeface="微软雅黑"/>
              </a:defRPr>
            </a:pPr>
          </a:p>
        </p:txBody>
      </p:sp>
      <p:pic>
        <p:nvPicPr>
          <p:cNvPr id="5003" name="医院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256" y="0"/>
            <a:ext cx="2523744" cy="585216"/>
          </a:xfrm>
          <a:prstGeom prst="rect">
            <a:avLst/>
          </a:prstGeom>
        </p:spPr>
      </p:pic>
      <p:sp>
        <p:nvSpPr>
          <p:cNvPr id="5004" name="topline1"/>
          <p:cNvSpPr/>
          <p:nvPr/>
        </p:nvSpPr>
        <p:spPr>
          <a:xfrm>
            <a:off x="8147304" y="0"/>
            <a:ext cx="996696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5005" name="topline2"/>
          <p:cNvSpPr/>
          <p:nvPr/>
        </p:nvSpPr>
        <p:spPr>
          <a:xfrm>
            <a:off x="8147304" y="54864"/>
            <a:ext cx="6400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006" name="circle1"/>
          <p:cNvSpPr/>
          <p:nvPr/>
        </p:nvSpPr>
        <p:spPr>
          <a:xfrm>
            <a:off x="7214616" y="0"/>
            <a:ext cx="2286000" cy="2286000"/>
          </a:xfrm>
          <a:prstGeom prst="ellipse">
            <a:avLst/>
          </a:prstGeom>
          <a:solidFill>
            <a:srgbClr val="3D7BD9">
              <a:alpha val="7000"/>
            </a:srgbClr>
          </a:solidFill>
          <a:ln>
            <a:noFill/>
          </a:ln>
        </p:spPr>
      </p:sp>
      <p:sp>
        <p:nvSpPr>
          <p:cNvPr id="5007" name="circle2"/>
          <p:cNvSpPr/>
          <p:nvPr/>
        </p:nvSpPr>
        <p:spPr>
          <a:xfrm>
            <a:off x="7534656" y="320040"/>
            <a:ext cx="1645920" cy="1645920"/>
          </a:xfrm>
          <a:prstGeom prst="ellipse">
            <a:avLst/>
          </a:prstGeom>
          <a:solidFill>
            <a:srgbClr val="3D7BD9">
              <a:alpha val="9000"/>
            </a:srgbClr>
          </a:solidFill>
          <a:ln>
            <a:noFill/>
          </a:ln>
        </p:spPr>
      </p:sp>
      <p:sp>
        <p:nvSpPr>
          <p:cNvPr id="5008" name="circle3"/>
          <p:cNvSpPr/>
          <p:nvPr/>
        </p:nvSpPr>
        <p:spPr>
          <a:xfrm>
            <a:off x="7845552" y="630936"/>
            <a:ext cx="1024128" cy="1024128"/>
          </a:xfrm>
          <a:prstGeom prst="ellipse">
            <a:avLst/>
          </a:prstGeom>
          <a:solidFill>
            <a:srgbClr val="3D7BD9">
              <a:alpha val="12000"/>
            </a:srgbClr>
          </a:solidFill>
          <a:ln>
            <a:noFill/>
          </a:ln>
        </p:spPr>
      </p:sp>
      <p:sp>
        <p:nvSpPr>
          <p:cNvPr id="5009" name="circle4"/>
          <p:cNvSpPr/>
          <p:nvPr/>
        </p:nvSpPr>
        <p:spPr>
          <a:xfrm>
            <a:off x="8001000" y="859536"/>
            <a:ext cx="996696" cy="996696"/>
          </a:xfrm>
          <a:prstGeom prst="ellipse">
            <a:avLst/>
          </a:prstGeom>
          <a:ln w="12700">
            <a:solidFill>
              <a:srgbClr val="3D7BD9"/>
            </a:solidFill>
          </a:ln>
        </p:spPr>
      </p:sp>
      <p:sp>
        <p:nvSpPr>
          <p:cNvPr id="5010" name="botline"/>
          <p:cNvSpPr/>
          <p:nvPr/>
        </p:nvSpPr>
        <p:spPr>
          <a:xfrm>
            <a:off x="0" y="5111496"/>
            <a:ext cx="1289304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9" name="coverb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011" name="会议标题"/>
          <p:cNvSpPr>
            <a:spLocks noGrp="1"/>
          </p:cNvSpPr>
          <p:nvPr>
            <p:ph type="body" idx="111"/>
          </p:nvPr>
        </p:nvSpPr>
        <p:spPr>
          <a:xfrm>
            <a:off x="859536" y="685800"/>
            <a:ext cx="6428232" cy="28346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240">
                <a:solidFill>
                  <a:srgbClr val="4A5568"/>
                </a:solidFill>
                <a:latin typeface="微软雅黑"/>
                <a:ea typeface="微软雅黑"/>
              </a:defRPr>
            </a:pPr>
            <a:r>
              <a:rPr lang="zh-CN" altLang="en-US" sz="1240">
                <a:solidFill>
                  <a:srgbClr val="4A5568"/>
                </a:solidFill>
                <a:latin typeface="微软雅黑"/>
                <a:ea typeface="微软雅黑"/>
              </a:rPr>
              <a:t>会议标题</a:t>
            </a:r>
          </a:p>
        </p:txBody>
      </p:sp>
      <p:sp>
        <p:nvSpPr>
          <p:cNvPr id="5012" name="主标题"/>
          <p:cNvSpPr>
            <a:spLocks noGrp="1"/>
          </p:cNvSpPr>
          <p:nvPr>
            <p:ph type="title" idx="0"/>
          </p:nvPr>
        </p:nvSpPr>
        <p:spPr>
          <a:xfrm>
            <a:off x="859536" y="1499616"/>
            <a:ext cx="7141464" cy="78638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3265" b="1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3265" b="1">
                <a:solidFill>
                  <a:srgbClr val="1A2230"/>
                </a:solidFill>
                <a:latin typeface="微软雅黑"/>
                <a:ea typeface="微软雅黑"/>
              </a:rPr>
              <a:t>主标题</a:t>
            </a:r>
          </a:p>
        </p:txBody>
      </p:sp>
      <p:sp>
        <p:nvSpPr>
          <p:cNvPr id="5013" name="副标题"/>
          <p:cNvSpPr>
            <a:spLocks noGrp="1"/>
          </p:cNvSpPr>
          <p:nvPr>
            <p:ph type="body" idx="112"/>
          </p:nvPr>
        </p:nvSpPr>
        <p:spPr>
          <a:xfrm>
            <a:off x="859536" y="2359152"/>
            <a:ext cx="7141464" cy="429768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914" b="1">
                <a:solidFill>
                  <a:srgbClr val="1E4FA8"/>
                </a:solidFill>
                <a:latin typeface="微软雅黑"/>
                <a:ea typeface="微软雅黑"/>
              </a:defRPr>
            </a:pPr>
            <a:r>
              <a:rPr lang="zh-CN" altLang="en-US" sz="1914" b="1">
                <a:solidFill>
                  <a:srgbClr val="1E4FA8"/>
                </a:solidFill>
                <a:latin typeface="微软雅黑"/>
                <a:ea typeface="微软雅黑"/>
              </a:rPr>
              <a:t>副标题</a:t>
            </a:r>
          </a:p>
        </p:txBody>
      </p:sp>
      <p:sp>
        <p:nvSpPr>
          <p:cNvPr id="5014" name="阐述"/>
          <p:cNvSpPr>
            <a:spLocks noGrp="1"/>
          </p:cNvSpPr>
          <p:nvPr>
            <p:ph type="body" idx="113"/>
          </p:nvPr>
        </p:nvSpPr>
        <p:spPr>
          <a:xfrm>
            <a:off x="859536" y="2999232"/>
            <a:ext cx="5715000" cy="859536"/>
          </a:xfrm>
          <a:prstGeom prst="rect">
            <a:avLst/>
          </a:prstGeom>
        </p:spPr>
        <p:txBody>
          <a:bodyPr wrap="square" anchor="t"/>
          <a:lstStyle/>
          <a:p>
            <a:pPr algn="l">
              <a:defRPr sz="1240">
                <a:solidFill>
                  <a:srgbClr val="4A5568"/>
                </a:solidFill>
                <a:latin typeface="微软雅黑"/>
                <a:ea typeface="微软雅黑"/>
              </a:defRPr>
            </a:pPr>
            <a:r>
              <a:rPr lang="zh-CN" altLang="en-US" sz="1240">
                <a:solidFill>
                  <a:srgbClr val="4A5568"/>
                </a:solidFill>
                <a:latin typeface="微软雅黑"/>
                <a:ea typeface="微软雅黑"/>
              </a:rPr>
              <a:t>阐述</a:t>
            </a:r>
          </a:p>
        </p:txBody>
      </p:sp>
      <p:sp>
        <p:nvSpPr>
          <p:cNvPr id="5015" name="日期落款"/>
          <p:cNvSpPr>
            <a:spLocks noGrp="1"/>
          </p:cNvSpPr>
          <p:nvPr>
            <p:ph type="body" idx="114"/>
          </p:nvPr>
        </p:nvSpPr>
        <p:spPr>
          <a:xfrm>
            <a:off x="859536" y="4215384"/>
            <a:ext cx="2999232" cy="457200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defRPr sz="1240" b="1">
                <a:solidFill>
                  <a:srgbClr val="0E3F8C"/>
                </a:solidFill>
                <a:latin typeface="微软雅黑"/>
                <a:ea typeface="微软雅黑"/>
              </a:defRPr>
            </a:pPr>
            <a:r>
              <a:rPr lang="zh-CN" altLang="en-US" sz="1240" b="1">
                <a:solidFill>
                  <a:srgbClr val="0E3F8C"/>
                </a:solidFill>
                <a:latin typeface="微软雅黑"/>
                <a:ea typeface="微软雅黑"/>
              </a:rPr>
              <a:t>合江县人民医院</a:t>
            </a:r>
          </a:p>
        </p:txBody>
      </p:sp>
      <p:pic>
        <p:nvPicPr>
          <p:cNvPr id="5016" name="cover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0"/>
            <a:ext cx="2523744" cy="585216"/>
          </a:xfrm>
          <a:prstGeom prst="rect">
            <a:avLst/>
          </a:prstGeom>
        </p:spPr>
      </p:pic>
      <p:sp>
        <p:nvSpPr>
          <p:cNvPr id="5017" name="coverbar"/>
          <p:cNvSpPr/>
          <p:nvPr/>
        </p:nvSpPr>
        <p:spPr>
          <a:xfrm>
            <a:off x="566928" y="1481328"/>
            <a:ext cx="73152" cy="685800"/>
          </a:xfrm>
          <a:prstGeom prst="rect">
            <a:avLst/>
          </a:prstGeom>
          <a:solidFill>
            <a:srgbClr val="1E4FA8"/>
          </a:solidFill>
          <a:ln>
            <a:noFill/>
          </a:ln>
        </p:spPr>
      </p:sp>
      <p:sp>
        <p:nvSpPr>
          <p:cNvPr id="5018" name="datechip"/>
          <p:cNvSpPr/>
          <p:nvPr/>
        </p:nvSpPr>
        <p:spPr>
          <a:xfrm>
            <a:off x="859536" y="4215384"/>
            <a:ext cx="2999232" cy="457200"/>
          </a:xfrm>
          <a:prstGeom prst="rect">
            <a:avLst>
              <a:gd name="adj" fmla="val 50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纯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23656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5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" name="图片 5" descr="未标题-1-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0" y="3412348"/>
            <a:ext cx="9144004" cy="165973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6" descr="未标题-1-0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print"/>
          <a:srcRect t="33486" b="24370"/>
          <a:stretch>
            <a:fillRect/>
          </a:stretch>
        </p:blipFill>
        <p:spPr>
          <a:xfrm>
            <a:off x="0" y="4146727"/>
            <a:ext cx="9144000" cy="9967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7"/>
          <p:cNvSpPr txBox="1"/>
          <p:nvPr userDrawn="1">
            <p:custDataLst>
              <p:tags r:id="rId6"/>
            </p:custDataLst>
          </p:nvPr>
        </p:nvSpPr>
        <p:spPr>
          <a:xfrm>
            <a:off x="7143768" y="4688548"/>
            <a:ext cx="2000231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仁心赤诚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守护健康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23656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5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" name="图片 5" descr="未标题-1-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0" y="3412348"/>
            <a:ext cx="9144004" cy="165973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6" descr="未标题-1-0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" cstate="print"/>
          <a:srcRect t="33486" b="24370"/>
          <a:stretch>
            <a:fillRect/>
          </a:stretch>
        </p:blipFill>
        <p:spPr>
          <a:xfrm>
            <a:off x="0" y="4146727"/>
            <a:ext cx="9144000" cy="9967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7"/>
          <p:cNvSpPr txBox="1"/>
          <p:nvPr userDrawn="1">
            <p:custDataLst>
              <p:tags r:id="rId6"/>
            </p:custDataLst>
          </p:nvPr>
        </p:nvSpPr>
        <p:spPr>
          <a:xfrm>
            <a:off x="7143768" y="4688548"/>
            <a:ext cx="2000231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仁心赤诚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守护健康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01" name="页标题"/>
          <p:cNvSpPr>
            <a:spLocks noGrp="1"/>
          </p:cNvSpPr>
          <p:nvPr>
            <p:ph type="title" idx="0"/>
          </p:nvPr>
        </p:nvSpPr>
        <p:spPr>
          <a:xfrm>
            <a:off x="868680" y="233172"/>
            <a:ext cx="5029200" cy="32918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600" b="1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1600" b="1">
                <a:solidFill>
                  <a:srgbClr val="1A2230"/>
                </a:solidFill>
                <a:latin typeface="微软雅黑"/>
                <a:ea typeface="微软雅黑"/>
              </a:rPr>
              <a:t>页标题</a:t>
            </a:r>
          </a:p>
        </p:txBody>
      </p:sp>
      <p:pic>
        <p:nvPicPr>
          <p:cNvPr id="5003" name="医院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0"/>
            <a:ext cx="2523744" cy="585216"/>
          </a:xfrm>
          <a:prstGeom prst="rect">
            <a:avLst/>
          </a:prstGeom>
        </p:spPr>
      </p:pic>
      <p:sp>
        <p:nvSpPr>
          <p:cNvPr id="5004" name="topline1"/>
          <p:cNvSpPr/>
          <p:nvPr/>
        </p:nvSpPr>
        <p:spPr>
          <a:xfrm>
            <a:off x="8147304" y="0"/>
            <a:ext cx="996696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5005" name="topline2"/>
          <p:cNvSpPr/>
          <p:nvPr/>
        </p:nvSpPr>
        <p:spPr>
          <a:xfrm>
            <a:off x="8147304" y="54864"/>
            <a:ext cx="6400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006" name="circle1"/>
          <p:cNvSpPr/>
          <p:nvPr/>
        </p:nvSpPr>
        <p:spPr>
          <a:xfrm>
            <a:off x="7214616" y="0"/>
            <a:ext cx="2286000" cy="2286000"/>
          </a:xfrm>
          <a:prstGeom prst="ellipse">
            <a:avLst/>
          </a:prstGeom>
          <a:solidFill>
            <a:srgbClr val="3D7BD9">
              <a:alpha val="7000"/>
            </a:srgbClr>
          </a:solidFill>
          <a:ln>
            <a:noFill/>
          </a:ln>
        </p:spPr>
      </p:sp>
      <p:sp>
        <p:nvSpPr>
          <p:cNvPr id="5007" name="circle2"/>
          <p:cNvSpPr/>
          <p:nvPr/>
        </p:nvSpPr>
        <p:spPr>
          <a:xfrm>
            <a:off x="7534656" y="320040"/>
            <a:ext cx="1645920" cy="1645920"/>
          </a:xfrm>
          <a:prstGeom prst="ellipse">
            <a:avLst/>
          </a:prstGeom>
          <a:solidFill>
            <a:srgbClr val="3D7BD9">
              <a:alpha val="9000"/>
            </a:srgbClr>
          </a:solidFill>
          <a:ln>
            <a:noFill/>
          </a:ln>
        </p:spPr>
      </p:sp>
      <p:sp>
        <p:nvSpPr>
          <p:cNvPr id="5008" name="circle3"/>
          <p:cNvSpPr/>
          <p:nvPr/>
        </p:nvSpPr>
        <p:spPr>
          <a:xfrm>
            <a:off x="7845552" y="630936"/>
            <a:ext cx="1024128" cy="1024128"/>
          </a:xfrm>
          <a:prstGeom prst="ellipse">
            <a:avLst/>
          </a:prstGeom>
          <a:solidFill>
            <a:srgbClr val="3D7BD9">
              <a:alpha val="12000"/>
            </a:srgbClr>
          </a:solidFill>
          <a:ln>
            <a:noFill/>
          </a:ln>
        </p:spPr>
      </p:sp>
      <p:sp>
        <p:nvSpPr>
          <p:cNvPr id="5009" name="circle4"/>
          <p:cNvSpPr/>
          <p:nvPr/>
        </p:nvSpPr>
        <p:spPr>
          <a:xfrm>
            <a:off x="8001000" y="859536"/>
            <a:ext cx="996696" cy="996696"/>
          </a:xfrm>
          <a:prstGeom prst="ellipse">
            <a:avLst/>
          </a:prstGeom>
          <a:ln w="12700">
            <a:solidFill>
              <a:srgbClr val="3D7BD9"/>
            </a:solidFill>
          </a:ln>
        </p:spPr>
      </p:sp>
      <p:sp>
        <p:nvSpPr>
          <p:cNvPr id="5010" name="botline"/>
          <p:cNvSpPr/>
          <p:nvPr/>
        </p:nvSpPr>
        <p:spPr>
          <a:xfrm>
            <a:off x="0" y="5111496"/>
            <a:ext cx="1289304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5020" name="章节号"/>
          <p:cNvSpPr>
            <a:spLocks noGrp="1"/>
          </p:cNvSpPr>
          <p:nvPr>
            <p:ph type="body" idx="102"/>
          </p:nvPr>
        </p:nvSpPr>
        <p:spPr>
          <a:xfrm>
            <a:off x="566928" y="1069848"/>
            <a:ext cx="1289304" cy="1289304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defRPr sz="4800" b="1">
                <a:solidFill>
                  <a:srgbClr val="0E3F8C"/>
                </a:solidFill>
                <a:latin typeface="微软雅黑"/>
                <a:ea typeface="微软雅黑"/>
              </a:defRPr>
            </a:pPr>
            <a:r>
              <a:rPr lang="zh-CN" altLang="en-US" sz="4800" b="1">
                <a:solidFill>
                  <a:srgbClr val="0E3F8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021" name="节标题"/>
          <p:cNvSpPr>
            <a:spLocks noGrp="1"/>
          </p:cNvSpPr>
          <p:nvPr>
            <p:ph type="body" idx="103"/>
          </p:nvPr>
        </p:nvSpPr>
        <p:spPr>
          <a:xfrm>
            <a:off x="2139696" y="1353312"/>
            <a:ext cx="6428232" cy="502920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2645" b="1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2645" b="1">
                <a:solidFill>
                  <a:srgbClr val="1A2230"/>
                </a:solidFill>
                <a:latin typeface="微软雅黑"/>
                <a:ea typeface="微软雅黑"/>
              </a:rPr>
              <a:t>节标题</a:t>
            </a:r>
          </a:p>
        </p:txBody>
      </p:sp>
      <p:sp>
        <p:nvSpPr>
          <p:cNvPr id="5022" name="节副标题"/>
          <p:cNvSpPr>
            <a:spLocks noGrp="1"/>
          </p:cNvSpPr>
          <p:nvPr>
            <p:ph type="body" idx="104"/>
          </p:nvPr>
        </p:nvSpPr>
        <p:spPr>
          <a:xfrm>
            <a:off x="2139696" y="1938528"/>
            <a:ext cx="6428232" cy="28346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350">
                <a:solidFill>
                  <a:srgbClr val="4A5568"/>
                </a:solidFill>
                <a:latin typeface="微软雅黑"/>
                <a:ea typeface="微软雅黑"/>
              </a:defRPr>
            </a:pPr>
            <a:r>
              <a:rPr lang="zh-CN" altLang="en-US" sz="1350">
                <a:solidFill>
                  <a:srgbClr val="4A5568"/>
                </a:solidFill>
                <a:latin typeface="微软雅黑"/>
                <a:ea typeface="微软雅黑"/>
              </a:rPr>
              <a:t>节副标题</a:t>
            </a:r>
          </a:p>
        </p:txBody>
      </p:sp>
      <p:sp>
        <p:nvSpPr>
          <p:cNvPr id="5023" name="节阐述"/>
          <p:cNvSpPr>
            <a:spLocks noGrp="1"/>
          </p:cNvSpPr>
          <p:nvPr>
            <p:ph type="body" idx="105"/>
          </p:nvPr>
        </p:nvSpPr>
        <p:spPr>
          <a:xfrm>
            <a:off x="2139696" y="2642616"/>
            <a:ext cx="5715000" cy="1371600"/>
          </a:xfrm>
          <a:prstGeom prst="rect">
            <a:avLst/>
          </a:prstGeom>
        </p:spPr>
        <p:txBody>
          <a:bodyPr wrap="square" anchor="t"/>
          <a:lstStyle/>
          <a:p>
            <a:pPr algn="l">
              <a:defRPr sz="1465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1465">
                <a:solidFill>
                  <a:srgbClr val="1A2230"/>
                </a:solidFill>
                <a:latin typeface="微软雅黑"/>
                <a:ea typeface="微软雅黑"/>
              </a:rPr>
              <a:t>节阐述</a:t>
            </a:r>
          </a:p>
        </p:txBody>
      </p:sp>
      <p:sp>
        <p:nvSpPr>
          <p:cNvPr id="5024" name="numChip"/>
          <p:cNvSpPr/>
          <p:nvPr/>
        </p:nvSpPr>
        <p:spPr>
          <a:xfrm>
            <a:off x="566928" y="1069848"/>
            <a:ext cx="1289304" cy="1289304"/>
          </a:xfrm>
          <a:prstGeom prst="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</p:sp>
      <p:sp>
        <p:nvSpPr>
          <p:cNvPr id="5025" name="chapline"/>
          <p:cNvSpPr/>
          <p:nvPr/>
        </p:nvSpPr>
        <p:spPr>
          <a:xfrm>
            <a:off x="2139696" y="2359152"/>
            <a:ext cx="5715000" cy="7315"/>
          </a:xfrm>
          <a:prstGeom prst="rect">
            <a:avLst/>
          </a:prstGeom>
          <a:solidFill>
            <a:srgbClr val="1E4FA8"/>
          </a:solid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723656" y="625398"/>
            <a:ext cx="784887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3528" y="292895"/>
            <a:ext cx="390372" cy="205979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8" name="图片 5" descr="未标题-1-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0" y="3412348"/>
            <a:ext cx="9144004" cy="165973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6" descr="未标题-1-0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1" cstate="print"/>
          <a:srcRect t="33486" b="24370"/>
          <a:stretch>
            <a:fillRect/>
          </a:stretch>
        </p:blipFill>
        <p:spPr>
          <a:xfrm>
            <a:off x="0" y="4146727"/>
            <a:ext cx="9144000" cy="9967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7"/>
          <p:cNvSpPr txBox="1"/>
          <p:nvPr userDrawn="1">
            <p:custDataLst>
              <p:tags r:id="rId6"/>
            </p:custDataLst>
          </p:nvPr>
        </p:nvSpPr>
        <p:spPr>
          <a:xfrm>
            <a:off x="7143768" y="4688548"/>
            <a:ext cx="2000231" cy="338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仁心赤诚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守护健康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01" name="页标题"/>
          <p:cNvSpPr>
            <a:spLocks noGrp="1"/>
          </p:cNvSpPr>
          <p:nvPr>
            <p:ph type="title" idx="0"/>
          </p:nvPr>
        </p:nvSpPr>
        <p:spPr>
          <a:xfrm>
            <a:off x="868680" y="233172"/>
            <a:ext cx="5029200" cy="32918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600" b="1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1600" b="1">
                <a:solidFill>
                  <a:srgbClr val="1A2230"/>
                </a:solidFill>
                <a:latin typeface="微软雅黑"/>
                <a:ea typeface="微软雅黑"/>
              </a:rPr>
              <a:t>页标题</a:t>
            </a:r>
          </a:p>
        </p:txBody>
      </p:sp>
      <p:pic>
        <p:nvPicPr>
          <p:cNvPr id="5003" name="医院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0"/>
            <a:ext cx="2523744" cy="585216"/>
          </a:xfrm>
          <a:prstGeom prst="rect">
            <a:avLst/>
          </a:prstGeom>
        </p:spPr>
      </p:pic>
      <p:sp>
        <p:nvSpPr>
          <p:cNvPr id="5004" name="topline1"/>
          <p:cNvSpPr/>
          <p:nvPr/>
        </p:nvSpPr>
        <p:spPr>
          <a:xfrm>
            <a:off x="8147304" y="0"/>
            <a:ext cx="996696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5005" name="topline2"/>
          <p:cNvSpPr/>
          <p:nvPr/>
        </p:nvSpPr>
        <p:spPr>
          <a:xfrm>
            <a:off x="8147304" y="54864"/>
            <a:ext cx="6400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5006" name="circle1"/>
          <p:cNvSpPr/>
          <p:nvPr/>
        </p:nvSpPr>
        <p:spPr>
          <a:xfrm>
            <a:off x="7214616" y="0"/>
            <a:ext cx="2286000" cy="2286000"/>
          </a:xfrm>
          <a:prstGeom prst="ellipse">
            <a:avLst/>
          </a:prstGeom>
          <a:solidFill>
            <a:srgbClr val="3D7BD9">
              <a:alpha val="7000"/>
            </a:srgbClr>
          </a:solidFill>
          <a:ln>
            <a:noFill/>
          </a:ln>
        </p:spPr>
      </p:sp>
      <p:sp>
        <p:nvSpPr>
          <p:cNvPr id="5007" name="circle2"/>
          <p:cNvSpPr/>
          <p:nvPr/>
        </p:nvSpPr>
        <p:spPr>
          <a:xfrm>
            <a:off x="7534656" y="320040"/>
            <a:ext cx="1645920" cy="1645920"/>
          </a:xfrm>
          <a:prstGeom prst="ellipse">
            <a:avLst/>
          </a:prstGeom>
          <a:solidFill>
            <a:srgbClr val="3D7BD9">
              <a:alpha val="9000"/>
            </a:srgbClr>
          </a:solidFill>
          <a:ln>
            <a:noFill/>
          </a:ln>
        </p:spPr>
      </p:sp>
      <p:sp>
        <p:nvSpPr>
          <p:cNvPr id="5008" name="circle3"/>
          <p:cNvSpPr/>
          <p:nvPr/>
        </p:nvSpPr>
        <p:spPr>
          <a:xfrm>
            <a:off x="7845552" y="630936"/>
            <a:ext cx="1024128" cy="1024128"/>
          </a:xfrm>
          <a:prstGeom prst="ellipse">
            <a:avLst/>
          </a:prstGeom>
          <a:solidFill>
            <a:srgbClr val="3D7BD9">
              <a:alpha val="12000"/>
            </a:srgbClr>
          </a:solidFill>
          <a:ln>
            <a:noFill/>
          </a:ln>
        </p:spPr>
      </p:sp>
      <p:sp>
        <p:nvSpPr>
          <p:cNvPr id="5009" name="circle4"/>
          <p:cNvSpPr/>
          <p:nvPr/>
        </p:nvSpPr>
        <p:spPr>
          <a:xfrm>
            <a:off x="8001000" y="859536"/>
            <a:ext cx="996696" cy="996696"/>
          </a:xfrm>
          <a:prstGeom prst="ellipse">
            <a:avLst/>
          </a:prstGeom>
          <a:ln w="12700">
            <a:solidFill>
              <a:srgbClr val="3D7BD9"/>
            </a:solidFill>
          </a:ln>
        </p:spPr>
      </p:sp>
      <p:sp>
        <p:nvSpPr>
          <p:cNvPr id="5010" name="botline"/>
          <p:cNvSpPr/>
          <p:nvPr/>
        </p:nvSpPr>
        <p:spPr>
          <a:xfrm>
            <a:off x="0" y="5111496"/>
            <a:ext cx="1289304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5026" name="封底标题"/>
          <p:cNvSpPr>
            <a:spLocks noGrp="1"/>
          </p:cNvSpPr>
          <p:nvPr>
            <p:ph type="body" idx="106"/>
          </p:nvPr>
        </p:nvSpPr>
        <p:spPr>
          <a:xfrm>
            <a:off x="859536" y="1143000"/>
            <a:ext cx="7141464" cy="78638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2700" b="1">
                <a:solidFill>
                  <a:srgbClr val="1A2230"/>
                </a:solidFill>
                <a:latin typeface="微软雅黑"/>
                <a:ea typeface="微软雅黑"/>
              </a:defRPr>
            </a:pPr>
            <a:r>
              <a:rPr lang="zh-CN" altLang="en-US" sz="2700" b="1">
                <a:solidFill>
                  <a:srgbClr val="1A2230"/>
                </a:solidFill>
                <a:latin typeface="微软雅黑"/>
                <a:ea typeface="微软雅黑"/>
              </a:rPr>
              <a:t>封底标题</a:t>
            </a:r>
          </a:p>
        </p:txBody>
      </p:sp>
      <p:sp>
        <p:nvSpPr>
          <p:cNvPr id="5027" name="封底副标题"/>
          <p:cNvSpPr>
            <a:spLocks noGrp="1"/>
          </p:cNvSpPr>
          <p:nvPr>
            <p:ph type="body" idx="107"/>
          </p:nvPr>
        </p:nvSpPr>
        <p:spPr>
          <a:xfrm>
            <a:off x="859536" y="2066544"/>
            <a:ext cx="6428232" cy="429768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465">
                <a:solidFill>
                  <a:srgbClr val="4A5568"/>
                </a:solidFill>
                <a:latin typeface="微软雅黑"/>
                <a:ea typeface="微软雅黑"/>
              </a:defRPr>
            </a:pPr>
            <a:r>
              <a:rPr lang="zh-CN" altLang="en-US" sz="1465">
                <a:solidFill>
                  <a:srgbClr val="4A5568"/>
                </a:solidFill>
                <a:latin typeface="微软雅黑"/>
                <a:ea typeface="微软雅黑"/>
              </a:rPr>
              <a:t>封底副标题</a:t>
            </a:r>
          </a:p>
        </p:txBody>
      </p:sp>
      <p:sp>
        <p:nvSpPr>
          <p:cNvPr id="5028" name="封底阐述"/>
          <p:cNvSpPr>
            <a:spLocks noGrp="1"/>
          </p:cNvSpPr>
          <p:nvPr>
            <p:ph type="body" idx="108"/>
          </p:nvPr>
        </p:nvSpPr>
        <p:spPr>
          <a:xfrm>
            <a:off x="859536" y="2999232"/>
            <a:ext cx="6428232" cy="429768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350" b="1">
                <a:solidFill>
                  <a:srgbClr val="0E3F8C"/>
                </a:solidFill>
                <a:latin typeface="微软雅黑"/>
                <a:ea typeface="微软雅黑"/>
              </a:defRPr>
            </a:pPr>
            <a:r>
              <a:rPr lang="zh-CN" altLang="en-US" sz="1350" b="1">
                <a:solidFill>
                  <a:srgbClr val="0E3F8C"/>
                </a:solidFill>
                <a:latin typeface="微软雅黑"/>
                <a:ea typeface="微软雅黑"/>
              </a:rPr>
              <a:t>封底阐述</a:t>
            </a:r>
          </a:p>
        </p:txBody>
      </p:sp>
      <p:sp>
        <p:nvSpPr>
          <p:cNvPr id="5029" name="会议标题"/>
          <p:cNvSpPr>
            <a:spLocks noGrp="1"/>
          </p:cNvSpPr>
          <p:nvPr>
            <p:ph type="body" idx="109"/>
          </p:nvPr>
        </p:nvSpPr>
        <p:spPr>
          <a:xfrm>
            <a:off x="859536" y="3493008"/>
            <a:ext cx="6428232" cy="283464"/>
          </a:xfrm>
          <a:prstGeom prst="rect">
            <a:avLst/>
          </a:prstGeom>
        </p:spPr>
        <p:txBody>
          <a:bodyPr wrap="square" anchor="ctr"/>
          <a:lstStyle/>
          <a:p>
            <a:pPr algn="l">
              <a:defRPr sz="1125">
                <a:solidFill>
                  <a:srgbClr val="8B97A8"/>
                </a:solidFill>
                <a:latin typeface="微软雅黑"/>
                <a:ea typeface="微软雅黑"/>
              </a:defRPr>
            </a:pPr>
            <a:r>
              <a:rPr lang="zh-CN" altLang="en-US" sz="1125">
                <a:solidFill>
                  <a:srgbClr val="8B97A8"/>
                </a:solidFill>
                <a:latin typeface="微软雅黑"/>
                <a:ea typeface="微软雅黑"/>
              </a:rPr>
              <a:t>会议标题</a:t>
            </a:r>
          </a:p>
        </p:txBody>
      </p:sp>
      <p:sp>
        <p:nvSpPr>
          <p:cNvPr id="5030" name="致谢"/>
          <p:cNvSpPr>
            <a:spLocks noGrp="1"/>
          </p:cNvSpPr>
          <p:nvPr>
            <p:ph type="body" idx="110"/>
          </p:nvPr>
        </p:nvSpPr>
        <p:spPr>
          <a:xfrm>
            <a:off x="859536" y="3995928"/>
            <a:ext cx="2002536" cy="402336"/>
          </a:xfrm>
          <a:prstGeom prst="rect">
            <a:avLst/>
          </a:prstGeom>
        </p:spPr>
        <p:txBody>
          <a:bodyPr wrap="square" anchor="ctr"/>
          <a:lstStyle/>
          <a:p>
            <a:pPr algn="ctr">
              <a:defRPr sz="1240" b="1">
                <a:solidFill>
                  <a:srgbClr val="0E3F8C"/>
                </a:solidFill>
                <a:latin typeface="微软雅黑"/>
                <a:ea typeface="微软雅黑"/>
              </a:defRPr>
            </a:pPr>
            <a:r>
              <a:rPr lang="zh-CN" altLang="en-US" sz="1240" b="1">
                <a:solidFill>
                  <a:srgbClr val="0E3F8C"/>
                </a:solidFill>
                <a:latin typeface="微软雅黑"/>
                <a:ea typeface="微软雅黑"/>
              </a:rPr>
              <a:t>谢谢聆听 敬请指正</a:t>
            </a:r>
          </a:p>
        </p:txBody>
      </p:sp>
      <p:sp>
        <p:nvSpPr>
          <p:cNvPr id="5031" name="endbar"/>
          <p:cNvSpPr/>
          <p:nvPr/>
        </p:nvSpPr>
        <p:spPr>
          <a:xfrm>
            <a:off x="566928" y="1207008"/>
            <a:ext cx="73152" cy="640080"/>
          </a:xfrm>
          <a:prstGeom prst="rect">
            <a:avLst/>
          </a:prstGeom>
          <a:solidFill>
            <a:srgbClr val="1E4FA8"/>
          </a:solidFill>
          <a:ln>
            <a:noFill/>
          </a:ln>
        </p:spPr>
      </p:sp>
      <p:sp>
        <p:nvSpPr>
          <p:cNvPr id="5032" name="endline"/>
          <p:cNvSpPr/>
          <p:nvPr/>
        </p:nvSpPr>
        <p:spPr>
          <a:xfrm>
            <a:off x="859536" y="2706624"/>
            <a:ext cx="5568696" cy="7315"/>
          </a:xfrm>
          <a:prstGeom prst="rect">
            <a:avLst/>
          </a:prstGeom>
          <a:solidFill>
            <a:srgbClr val="1E4FA8"/>
          </a:solidFill>
          <a:ln>
            <a:noFill/>
          </a:ln>
        </p:spPr>
      </p:sp>
      <p:sp>
        <p:nvSpPr>
          <p:cNvPr id="5033" name="thanks"/>
          <p:cNvSpPr/>
          <p:nvPr/>
        </p:nvSpPr>
        <p:spPr>
          <a:xfrm>
            <a:off x="859536" y="3995928"/>
            <a:ext cx="2002536" cy="402336"/>
          </a:xfrm>
          <a:prstGeom prst="rect">
            <a:avLst>
              <a:gd name="adj" fmla="val 50000"/>
            </a:avLst>
          </a:prstGeom>
          <a:solidFill>
            <a:srgbClr val="E8EFF8"/>
          </a:solidFill>
          <a:ln w="12700">
            <a:solidFill>
              <a:srgbClr val="1E4FA8"/>
            </a:solidFill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8" r:id="rId7"/>
    <p:sldLayoutId id="2147483659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PLACING_PICTURE_USER_VIEWPORT" val="{&quot;height&quot;:3485,&quot;width&quot;:19200}"/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4967.499212598425,&quot;width&quot;:19200}"/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PLACING_PICTURE_USER_VIEWPORT" val="{&quot;height&quot;:3485,&quot;width&quot;:19200}"/>
  <p:tag name="KSO_WM_BEAUTIFY_FLAG" val=""/>
</p:tagLst>
</file>

<file path=ppt/tags/tag9.xml><?xml version="1.0" encoding="utf-8"?>
<p:tagLst xmlns:p="http://schemas.openxmlformats.org/presentationml/2006/main">
  <p:tag name="KSO_WM_UNIT_PLACING_PICTURE_USER_VIEWPORT" val="{&quot;height&quot;:4967.499212598425,&quot;width&quot;:19200}"/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resource_record_key" val="{&quot;10&quot;:[50059168,50059176,50059183],&quot;70&quot;:[3402983],&quot;8&quot;:[50059574,20476824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WPS 演示</Application>
  <PresentationFormat>On-screen Show (16:9)</PresentationFormat>
  <Paragraphs>85</Paragraphs>
  <Slides>5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 Light</vt:lpstr>
      <vt:lpstr>Calibri Light</vt:lpstr>
      <vt:lpstr>等线</vt:lpstr>
      <vt:lpstr>Wingdings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双层递进+三级协同+数字闭环——合江县县域医共体全病程管理实践</dc:title>
  <dc:creator>合江县人民医院</dc:creator>
  <dc:subject>全国学术会议分享</dc:subject>
  <cp:lastModifiedBy>毛乙鸿</cp:lastModifiedBy>
  <cp:revision>70</cp:revision>
  <dcterms:created xsi:type="dcterms:W3CDTF">2026-08-15T13:40:00Z</dcterms:created>
  <dcterms:modified xsi:type="dcterms:W3CDTF">2026-08-22T05:25:12Z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46F26AF313F94974B412CA1F931F347D_13</vt:lpwstr>
  </property>
</Properties>
</file>